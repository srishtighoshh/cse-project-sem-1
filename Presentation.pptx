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l Joshi" userId="6e12dce861e6092b" providerId="LiveId" clId="{3EBCEC50-BD71-4807-8511-69106E5C5573}"/>
    <pc:docChg chg="modSld">
      <pc:chgData name="Sujal Joshi" userId="6e12dce861e6092b" providerId="LiveId" clId="{3EBCEC50-BD71-4807-8511-69106E5C5573}" dt="2025-11-24T15:40:19.152" v="19" actId="20577"/>
      <pc:docMkLst>
        <pc:docMk/>
      </pc:docMkLst>
      <pc:sldChg chg="modSp mod">
        <pc:chgData name="Sujal Joshi" userId="6e12dce861e6092b" providerId="LiveId" clId="{3EBCEC50-BD71-4807-8511-69106E5C5573}" dt="2025-11-24T15:40:19.152" v="19" actId="20577"/>
        <pc:sldMkLst>
          <pc:docMk/>
          <pc:sldMk cId="0" sldId="256"/>
        </pc:sldMkLst>
        <pc:spChg chg="mod">
          <ac:chgData name="Sujal Joshi" userId="6e12dce861e6092b" providerId="LiveId" clId="{3EBCEC50-BD71-4807-8511-69106E5C5573}" dt="2025-11-24T15:40:19.152" v="19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Restaurant Ordering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CSE </a:t>
            </a:r>
            <a:r>
              <a:rPr dirty="0"/>
              <a:t>Python Project</a:t>
            </a:r>
          </a:p>
          <a:p>
            <a:r>
              <a:rPr lang="en-US" dirty="0"/>
              <a:t>By Srishti</a:t>
            </a:r>
          </a:p>
          <a:p>
            <a:r>
              <a:rPr lang="en-US" dirty="0"/>
              <a:t>Reg No.: 25BAI10321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GUI-based restaurant billing system</a:t>
            </a:r>
          </a:p>
          <a:p>
            <a:r>
              <a:rPr dirty="0"/>
              <a:t> Created using Python 3 and </a:t>
            </a:r>
            <a:r>
              <a:rPr dirty="0" err="1"/>
              <a:t>Tkinter</a:t>
            </a:r>
            <a:endParaRPr dirty="0"/>
          </a:p>
          <a:p>
            <a:r>
              <a:rPr dirty="0"/>
              <a:t> Display of Kolkata-style food items</a:t>
            </a:r>
          </a:p>
          <a:p>
            <a:r>
              <a:rPr dirty="0"/>
              <a:t> Calculates Subtotal, Tax, and Total</a:t>
            </a:r>
          </a:p>
          <a:p>
            <a:r>
              <a:rPr dirty="0"/>
              <a:t> Simple interface for beginners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Starters</a:t>
            </a:r>
          </a:p>
          <a:p>
            <a:r>
              <a:rPr dirty="0"/>
              <a:t> Main Course</a:t>
            </a:r>
          </a:p>
          <a:p>
            <a:r>
              <a:rPr dirty="0"/>
              <a:t> Drinks</a:t>
            </a:r>
          </a:p>
          <a:p>
            <a:r>
              <a:rPr dirty="0"/>
              <a:t> Desserts</a:t>
            </a:r>
          </a:p>
          <a:p>
            <a:endParaRPr dirty="0"/>
          </a:p>
          <a:p>
            <a:r>
              <a:rPr dirty="0"/>
              <a:t>Sample items:</a:t>
            </a:r>
          </a:p>
          <a:p>
            <a:r>
              <a:rPr dirty="0"/>
              <a:t>Hilsa </a:t>
            </a:r>
            <a:r>
              <a:rPr dirty="0" err="1"/>
              <a:t>Bhapa</a:t>
            </a:r>
            <a:r>
              <a:rPr dirty="0"/>
              <a:t>, Kosha </a:t>
            </a:r>
            <a:r>
              <a:rPr dirty="0" err="1"/>
              <a:t>Mangsho</a:t>
            </a:r>
            <a:r>
              <a:rPr dirty="0"/>
              <a:t>,</a:t>
            </a:r>
          </a:p>
          <a:p>
            <a:r>
              <a:rPr dirty="0"/>
              <a:t>Macher Chop, Mishti Doi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Checkboxes for selection</a:t>
            </a:r>
          </a:p>
          <a:p>
            <a:r>
              <a:rPr dirty="0"/>
              <a:t> Quantity entry boxes</a:t>
            </a:r>
          </a:p>
          <a:p>
            <a:r>
              <a:rPr dirty="0"/>
              <a:t> Automatic bill calculation</a:t>
            </a:r>
          </a:p>
          <a:p>
            <a:r>
              <a:rPr dirty="0"/>
              <a:t> Order summary window</a:t>
            </a:r>
          </a:p>
          <a:p>
            <a:r>
              <a:rPr dirty="0"/>
              <a:t> Reset &amp; Exit buttons</a:t>
            </a:r>
          </a:p>
          <a:p>
            <a:r>
              <a:rPr dirty="0"/>
              <a:t> Smooth UI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selects food items</a:t>
            </a:r>
          </a:p>
          <a:p>
            <a:r>
              <a:t>2. Enters required quantity</a:t>
            </a:r>
          </a:p>
          <a:p>
            <a:r>
              <a:t>3. Click 'Calculate Bill'</a:t>
            </a:r>
          </a:p>
          <a:p>
            <a:r>
              <a:t>4. Program generates summary</a:t>
            </a:r>
          </a:p>
          <a:p>
            <a:r>
              <a:t>5. User can reset or exit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 3</a:t>
            </a:r>
          </a:p>
          <a:p>
            <a:r>
              <a:rPr dirty="0"/>
              <a:t> </a:t>
            </a:r>
            <a:r>
              <a:rPr dirty="0" err="1"/>
              <a:t>Tkinter</a:t>
            </a:r>
            <a:r>
              <a:rPr dirty="0"/>
              <a:t> GUI</a:t>
            </a:r>
          </a:p>
          <a:p>
            <a:r>
              <a:rPr dirty="0"/>
              <a:t> Dictionaries &amp; Variables</a:t>
            </a:r>
          </a:p>
          <a:p>
            <a:r>
              <a:rPr dirty="0"/>
              <a:t> Basic arithmetic operations</a:t>
            </a:r>
          </a:p>
          <a:p>
            <a:r>
              <a:rPr dirty="0"/>
              <a:t> Event-driven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GUI Preview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DF42A2-3043-6CA1-C2C8-A8E0464A5E8A}"/>
              </a:ext>
            </a:extLst>
          </p:cNvPr>
          <p:cNvGrpSpPr/>
          <p:nvPr/>
        </p:nvGrpSpPr>
        <p:grpSpPr>
          <a:xfrm>
            <a:off x="0" y="1417638"/>
            <a:ext cx="9144001" cy="4489386"/>
            <a:chOff x="1072723" y="678406"/>
            <a:chExt cx="10346829" cy="37751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8961D4-3C9A-6EB2-BF5D-A8924D55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723" y="678406"/>
              <a:ext cx="5173414" cy="372652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4FEA04-E1DB-4CEB-7065-21B1E04E4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6138" y="678407"/>
              <a:ext cx="5173414" cy="37751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Good beginner Python project</a:t>
            </a:r>
          </a:p>
          <a:p>
            <a:r>
              <a:rPr dirty="0"/>
              <a:t> Teaches GUI programming basics</a:t>
            </a:r>
          </a:p>
          <a:p>
            <a:r>
              <a:rPr dirty="0"/>
              <a:t> Contains realistic restaurant workflow</a:t>
            </a:r>
          </a:p>
          <a:p>
            <a:r>
              <a:rPr dirty="0"/>
              <a:t> Clean output and easy to understand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171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Restaurant Ordering System</vt:lpstr>
      <vt:lpstr>Introduction</vt:lpstr>
      <vt:lpstr>Menu Categories</vt:lpstr>
      <vt:lpstr>Features</vt:lpstr>
      <vt:lpstr>How It Works</vt:lpstr>
      <vt:lpstr>Technologies Used</vt:lpstr>
      <vt:lpstr>GUI Preview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Joshi</dc:creator>
  <cp:keywords/>
  <dc:description>generated using python-pptx</dc:description>
  <cp:lastModifiedBy>Sujal Joshi</cp:lastModifiedBy>
  <cp:revision>2</cp:revision>
  <dcterms:created xsi:type="dcterms:W3CDTF">2013-01-27T09:14:16Z</dcterms:created>
  <dcterms:modified xsi:type="dcterms:W3CDTF">2025-11-24T15:40:38Z</dcterms:modified>
  <cp:category/>
</cp:coreProperties>
</file>